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4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32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66826"/>
            <a:ext cx="9144000" cy="561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Learning Platform with Skill and Career Guidance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58368" y="27249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C4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Learning </a:t>
            </a:r>
            <a:r>
              <a:rPr lang="en-US" sz="2000" dirty="0">
                <a:solidFill>
                  <a:srgbClr val="5C4D7E"/>
                </a:solidFill>
                <a:latin typeface="Cambria" pitchFamily="34" charset="0"/>
                <a:ea typeface="Cambria" pitchFamily="34" charset="-122"/>
                <a:cs typeface="Calibri" pitchFamily="34" charset="-120"/>
              </a:rPr>
              <a:t>p</a:t>
            </a:r>
            <a:r>
              <a:rPr lang="en-US" sz="2000" dirty="0">
                <a:solidFill>
                  <a:srgbClr val="5C4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latform with Skill and Career Guidance System</a:t>
            </a:r>
            <a:endParaRPr lang="en-US" sz="2000" dirty="0">
              <a:solidFill>
                <a:srgbClr val="5C4D7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 + Tailwind)  •  Spring Boot 3 + JWT Security  •  MySQL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363931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Presentation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251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46725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Sakthi GopalaKrishnan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83480" y="4251960"/>
            <a:ext cx="6172200" cy="9144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4398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46725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in today’s fragmented learning-to-career journey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separate apps for courses, tests, certificates, and job search — nothing talks to each other.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Progress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platforms show completion %, but rarely give real analytics on learning velocity or skill growth.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Certification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certificates aren’t verifiable, so employers can’t trust them without manual follow-up.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Career Guidance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a course doesn’t tell a student what to learn next, or how it maps to a real job role.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Untracked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queries get lost in emails or chats with no visible status or accountability.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Admin Oversight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lack a single dashboard to track students, courses, certificates, and complaints together.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platform, from first login to job offer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testing, certification, career planning, and support all live under one login.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dashboards track completion, streaks, and course-wise performance in real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Auto-issued on passing an AI-generated assessment, with a public verification tool.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13-Section Career Roadmap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“career GPS” from curriculum to resume, mock interviews, and real jobs.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ticketed helpdesk with visible Open / In Progress / Resolved status end to end.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Admin Control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students, courses, certificates, jobs, complaints, and reports.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delivery, with each module owned end to 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911096"/>
            <a:ext cx="530352" cy="530352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1911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72768" y="1874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21122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Sakthi GopalaKrishnan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9440" y="20208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guidance &amp; review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59611" y="3236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5961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Saini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Frontend Developer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team and builds the platform’s frontend interface using React.js and CSS.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9471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5681" y="3236976"/>
            <a:ext cx="731520" cy="73152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0568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187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Raj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57759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25" name="Text 23"/>
          <p:cNvSpPr/>
          <p:nvPr/>
        </p:nvSpPr>
        <p:spPr>
          <a:xfrm>
            <a:off x="362331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9587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interactive UI features and pages using JavaScript and React.js.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4078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51751" y="3236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175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7794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Kavipriya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2366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32" name="Text 30"/>
          <p:cNvSpPr/>
          <p:nvPr/>
        </p:nvSpPr>
        <p:spPr>
          <a:xfrm>
            <a:off x="646938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Authentication Developer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194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backend services and secures the platform using Java, Spring Boot, and JWT.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8685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97821" y="3236976"/>
            <a:ext cx="731520" cy="73152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99782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22401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26973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39" name="Text 37"/>
          <p:cNvSpPr/>
          <p:nvPr/>
        </p:nvSpPr>
        <p:spPr>
          <a:xfrm>
            <a:off x="931545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Developer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8801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builds, and manages the platform’s database using MySQL.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System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three-tier architecture — frontend, backend, and database, connected by a secure REST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3502152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3054096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Lucide icons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" y="3621024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4187952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Axios-driven REST API calls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" y="475488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localhost:5173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A85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343400" y="2194560"/>
            <a:ext cx="3502152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9943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99432" y="3054096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78231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authentication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99432" y="36210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 layer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99432" y="418795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integration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99432" y="4754880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localhost:8080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3816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C4B5FD"/>
          </a:solidFill>
          <a:ln/>
        </p:spPr>
      </p:sp>
      <p:sp>
        <p:nvSpPr>
          <p:cNvPr id="39" name="Shape 37"/>
          <p:cNvSpPr/>
          <p:nvPr/>
        </p:nvSpPr>
        <p:spPr>
          <a:xfrm>
            <a:off x="8138160" y="2194560"/>
            <a:ext cx="3502152" cy="5486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40" name="Shape 38"/>
          <p:cNvSpPr/>
          <p:nvPr/>
        </p:nvSpPr>
        <p:spPr>
          <a:xfrm>
            <a:off x="839419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9419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5256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94192" y="3054096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5" name="Text 43"/>
          <p:cNvSpPr/>
          <p:nvPr/>
        </p:nvSpPr>
        <p:spPr>
          <a:xfrm>
            <a:off x="857707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seed scripts included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94192" y="3621024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7" name="Text 45"/>
          <p:cNvSpPr/>
          <p:nvPr/>
        </p:nvSpPr>
        <p:spPr>
          <a:xfrm>
            <a:off x="857707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Auto-table creation via Hibernate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94192" y="4187952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9" name="Text 47"/>
          <p:cNvSpPr/>
          <p:nvPr/>
        </p:nvSpPr>
        <p:spPr>
          <a:xfrm>
            <a:off x="857707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DataSeeder auto-populates sample data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94192" y="4754880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1" name="Text 49"/>
          <p:cNvSpPr/>
          <p:nvPr/>
        </p:nvSpPr>
        <p:spPr>
          <a:xfrm>
            <a:off x="857707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513832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513832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 distinct STUDENT and ADMIN experiences share the same secure JWT-authenticated backend.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Onboarding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flexible entry into the platform for every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email/password account creation and sign-in.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secure sign-in using a Google account.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token-based authentication for every request.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/ Reset Password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generated and emailed to reset access.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views and permissions for Student vs Admin.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Profile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step to finish account details after signup.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Onboarding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Core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 to discover, take, and finish a course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activity and stats the moment a student logs 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Progress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on completion %, streaks, and course-wise stats.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catalog and enroll in new courses.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video and lesson playback for enrolled courses.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all actively enrolled, in-progress courses.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tests per course that unlock certification.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control and analytics for platform administrators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revenue, active students, and completion stats.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5566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41598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4159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41598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41598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all registered platform users.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2492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852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852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8524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8524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course catalog and modules.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9418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15450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1545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5450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Certificates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15450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of every certificate issued platform-wide.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4672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672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Jobs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manage job listings on the Jobs 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5566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41598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4159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41598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41598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student support tickets end to end.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22492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78524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8524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8524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Analytics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78524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widgets, and per-student drill-down views.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59418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15450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1545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15450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315450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reporting for informed decisions.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Enterprise Learning Platform with Skill and Career Guidance System can go beyond this version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Android/iOS companion so students can learn and track progress on the go.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Paths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courses and roadmap adjustments based on each student’s actual performance.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leaderboards, and streak rewards to boost day-to-day engagement.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Mentorship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live sessions and webinars with industry mentors, booked in-app.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for admins — at-risk students, drop-off points, and demand trends.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Integrations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OAuth providers, calendar sync, and third-party job board APIs.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48840" y="-2148840"/>
            <a:ext cx="5760720" cy="576072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206240"/>
            <a:ext cx="4663440" cy="466344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solves a real problem: fragmented learning, unclear progress, and no bridge to a job.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 →  Learning Core  →  Career Growth Tools  →  Support &amp; Account  →  Admin Oversight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999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 + Vite + Tailwind, Spring Boot 3 + JWT Security, and MySQL — a complete, production-style full-stack platform, with a clear roadmap ahead.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1788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45312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4910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Sakthi GopalaKrishnan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52029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today by all four team members, each owning a module of Enterprise Learning Platform with Skill and Career Guidance System.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331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— happy to take any questions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1605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361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46360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50932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Sakthi GopalaKrishnan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1157</Words>
  <Application>Microsoft Office PowerPoint</Application>
  <PresentationFormat>Widescreen</PresentationFormat>
  <Paragraphs>235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Kartik Saini</cp:lastModifiedBy>
  <cp:revision>5</cp:revision>
  <dcterms:created xsi:type="dcterms:W3CDTF">2026-08-12T06:28:54Z</dcterms:created>
  <dcterms:modified xsi:type="dcterms:W3CDTF">2026-08-12T13:42:34Z</dcterms:modified>
</cp:coreProperties>
</file>